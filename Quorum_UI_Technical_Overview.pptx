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18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32136" y="996696"/>
            <a:ext cx="1097280" cy="73152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0232136" y="996696"/>
            <a:ext cx="-457200" cy="118872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1329416" y="1728216"/>
            <a:ext cx="-274320" cy="118872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774936" y="2185416"/>
            <a:ext cx="731520" cy="155448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329416" y="1728216"/>
            <a:ext cx="274320" cy="-82296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flipH="1">
            <a:off x="11055096" y="2916936"/>
            <a:ext cx="-548640" cy="82296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914400"/>
            <a:ext cx="237744" cy="23774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0" y="164592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2103120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0" y="2834640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0" y="3657600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0" y="82296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BAND.AI · GOVERNED MULTI-AGENT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18288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Quorum UI</a:t>
            </a:r>
            <a:endParaRPr lang="en-US" sz="7600" dirty="0"/>
          </a:p>
        </p:txBody>
      </p:sp>
      <p:sp>
        <p:nvSpPr>
          <p:cNvPr id="16" name="Text 14"/>
          <p:cNvSpPr/>
          <p:nvPr/>
        </p:nvSpPr>
        <p:spPr>
          <a:xfrm>
            <a:off x="822960" y="3246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for Quorum — built on the Band.ai multi-agent orchestration engine. A Next.js 16 workspace that presents governed investigation sessions, real-time agent activity, and a full governance audit trail.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434840"/>
            <a:ext cx="1435608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3484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59736" y="443484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9736" y="443484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86200" y="443484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44348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443484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443484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70064" y="4434840"/>
            <a:ext cx="1751076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0064" y="4434840"/>
            <a:ext cx="1751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Overview · Band.ai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question into a governed, auditable answer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is a multi-agent analytics platform powered by Band.ai — the orchestration engine that routes natural-language business questions through a chain of specialised agents, each with a single responsibility. Every decision along the way is recorded for audit, and the UI makes that otherwise-invisible process legible in real time.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86600" y="1828800"/>
            <a:ext cx="4297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0" y="2075688"/>
            <a:ext cx="566928" cy="566928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1263" y="2211751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28432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 shapes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28432" y="243230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“governed chain” and diagnostic “investigation board” (fork / join) — both orchestrated by Band.ai.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86600" y="3456432"/>
            <a:ext cx="4297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0" y="3703320"/>
            <a:ext cx="566928" cy="566928"/>
          </a:xfrm>
          <a:prstGeom prst="ellipse">
            <a:avLst/>
          </a:prstGeom>
          <a:solidFill>
            <a:srgbClr val="FEF3E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263" y="383938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28432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first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028432" y="405993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review, cost gates and compliance checks sit in the Band.ai pipeline — not bolted 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086600" y="5084064"/>
            <a:ext cx="4297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0" y="5330952"/>
            <a:ext cx="566928" cy="566928"/>
          </a:xfrm>
          <a:prstGeom prst="ellipse">
            <a:avLst/>
          </a:prstGeom>
          <a:solidFill>
            <a:srgbClr val="EEF0F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263" y="5467015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28432" y="5303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transparency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028432" y="56875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Band.ai streams agent activity via Server-Sent Events into the workspace as it happens.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DESCRIPTIVE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governed chain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one artifact. Band.ai’s Supervisor — never the agents themselves — owns every retry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6384" y="2331720"/>
            <a:ext cx="1374213" cy="2331720"/>
          </a:xfrm>
          <a:prstGeom prst="roundRect">
            <a:avLst>
              <a:gd name="adj" fmla="val 53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3450" y="2587752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470" y="274777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55848"/>
            <a:ext cx="13376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4672" y="3959352"/>
            <a:ext cx="13376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87445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325189" y="2331720"/>
            <a:ext cx="1374213" cy="2331720"/>
          </a:xfrm>
          <a:prstGeom prst="roundRect">
            <a:avLst>
              <a:gd name="adj" fmla="val 53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92255" y="2587752"/>
            <a:ext cx="640080" cy="64008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275" y="274777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43477" y="3355848"/>
            <a:ext cx="13376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343477" y="3959352"/>
            <a:ext cx="13376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ground schema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626249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863993" y="2331720"/>
            <a:ext cx="1374213" cy="2331720"/>
          </a:xfrm>
          <a:prstGeom prst="roundRect">
            <a:avLst>
              <a:gd name="adj" fmla="val 53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31059" y="2587752"/>
            <a:ext cx="640080" cy="640080"/>
          </a:xfrm>
          <a:prstGeom prst="ellipse">
            <a:avLst/>
          </a:prstGeom>
          <a:solidFill>
            <a:srgbClr val="FEF3E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079" y="274777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82281" y="3355848"/>
            <a:ext cx="13376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Guardian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882281" y="3959352"/>
            <a:ext cx="13376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 plan review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165054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5402798" y="2331720"/>
            <a:ext cx="1374213" cy="2331720"/>
          </a:xfrm>
          <a:prstGeom prst="roundRect">
            <a:avLst>
              <a:gd name="adj" fmla="val 53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769864" y="2587752"/>
            <a:ext cx="640080" cy="64008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274777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21086" y="3355848"/>
            <a:ext cx="13376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Engineer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21086" y="3959352"/>
            <a:ext cx="13376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execute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703858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6941602" y="2331720"/>
            <a:ext cx="1374213" cy="2331720"/>
          </a:xfrm>
          <a:prstGeom prst="roundRect">
            <a:avLst>
              <a:gd name="adj" fmla="val 53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308669" y="2587752"/>
            <a:ext cx="640080" cy="640080"/>
          </a:xfrm>
          <a:prstGeom prst="ellipse">
            <a:avLst/>
          </a:prstGeom>
          <a:solidFill>
            <a:srgbClr val="FEF3E2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689" y="2747772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59890" y="3355848"/>
            <a:ext cx="13376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Sentinel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6959890" y="3959352"/>
            <a:ext cx="13376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+ compliance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242663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28"/>
          <p:cNvSpPr/>
          <p:nvPr/>
        </p:nvSpPr>
        <p:spPr>
          <a:xfrm>
            <a:off x="8480407" y="2331720"/>
            <a:ext cx="1374213" cy="2331720"/>
          </a:xfrm>
          <a:prstGeom prst="roundRect">
            <a:avLst>
              <a:gd name="adj" fmla="val 53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847473" y="2587752"/>
            <a:ext cx="640080" cy="640080"/>
          </a:xfrm>
          <a:prstGeom prst="ellipse">
            <a:avLst/>
          </a:prstGeom>
          <a:solidFill>
            <a:srgbClr val="EEF0FD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493" y="2747772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498695" y="3355848"/>
            <a:ext cx="13376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 Guardian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8498695" y="3959352"/>
            <a:ext cx="13376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post-exec correctness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9781467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1" name="Shape 33"/>
          <p:cNvSpPr/>
          <p:nvPr/>
        </p:nvSpPr>
        <p:spPr>
          <a:xfrm>
            <a:off x="10019211" y="2331720"/>
            <a:ext cx="1374213" cy="2331720"/>
          </a:xfrm>
          <a:prstGeom prst="roundRect">
            <a:avLst>
              <a:gd name="adj" fmla="val 53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10386278" y="2587752"/>
            <a:ext cx="640080" cy="64008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6298" y="2747772"/>
            <a:ext cx="320040" cy="32004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0037499" y="3355848"/>
            <a:ext cx="13376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Reporter</a:t>
            </a:r>
            <a:endParaRPr lang="en-US" sz="1150" dirty="0"/>
          </a:p>
        </p:txBody>
      </p:sp>
      <p:sp>
        <p:nvSpPr>
          <p:cNvPr id="45" name="Text 36"/>
          <p:cNvSpPr/>
          <p:nvPr/>
        </p:nvSpPr>
        <p:spPr>
          <a:xfrm>
            <a:off x="10037499" y="3959352"/>
            <a:ext cx="13376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→ action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786384" y="50292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/>
        </p:spPr>
      </p:sp>
      <p:sp>
        <p:nvSpPr>
          <p:cNvPr id="47" name="Shape 38"/>
          <p:cNvSpPr/>
          <p:nvPr/>
        </p:nvSpPr>
        <p:spPr>
          <a:xfrm>
            <a:off x="1097280" y="5285232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40" y="5422392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828800" y="513892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Band.ai Supervisor owns all loops.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retry budgets —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plan_revision_count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sql_revision_count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pre-existing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revision_count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alias, each capped at 1.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UI is layered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" y="1929384"/>
            <a:ext cx="548640" cy="54864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0665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0195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pages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26280" y="190195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· dashboard · investigations · data-sources · insights · audit · system (all connected to Band.ai)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2734056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0704" y="2880360"/>
            <a:ext cx="548640" cy="548640"/>
          </a:xfrm>
          <a:prstGeom prst="ellipse">
            <a:avLst/>
          </a:prstGeom>
          <a:solidFill>
            <a:srgbClr val="EEF0F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3017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8529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6280" y="285292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WorkflowTimeline · AgentRoom · CostPanel · badges · shadcn/ui primitives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685032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60704" y="3831336"/>
            <a:ext cx="548640" cy="548640"/>
          </a:xfrm>
          <a:prstGeom prst="ellipse">
            <a:avLst/>
          </a:prstGeom>
          <a:solidFill>
            <a:srgbClr val="FEF3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39684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8039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hooks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26280" y="380390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hooks in use-api.ts — caching + 3s background polling for Band.ai-managed running runs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4636008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60704" y="4782312"/>
            <a:ext cx="548640" cy="54864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49194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7548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526280" y="475488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lib/api.ts typed fetch wrapper — connects to Band.ai backend, injects X-Session-Token, parses FastAPI errors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22960" y="5586984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60704" y="5733288"/>
            <a:ext cx="548640" cy="5486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587044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83080" y="570585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state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26280" y="5705856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 — session token, saved items, selected data source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components carry the Band.ai experience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86384" y="1783080"/>
            <a:ext cx="3456432" cy="43434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6424" y="2130552"/>
            <a:ext cx="713232" cy="71323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600" y="2301728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424" y="299008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WorkflowTimeline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6424" y="3374136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lifecycle visualisation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6424" y="3867912"/>
            <a:ext cx="28620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Planning → Governance → SQL Gen → SQL Validation → Data Review → Reporting → Completed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 derived from InvestigationDetail at render time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panel rendered outside the scroll container to avoid clipping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1783080"/>
            <a:ext cx="3456432" cy="43434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130552"/>
            <a:ext cx="713232" cy="713232"/>
          </a:xfrm>
          <a:prstGeom prst="ellipse">
            <a:avLst/>
          </a:prstGeom>
          <a:solidFill>
            <a:srgbClr val="EEF0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056" y="2301728"/>
            <a:ext cx="370881" cy="3708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299008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AgentRoom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54880" y="3374136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agent grid + transcript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54880" y="3867912"/>
            <a:ext cx="28620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the Band.ai SSE stream at /rooms/{id}/stream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chronologically sorted message list with a reveal timer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status cards: role, status, last decision, revision count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83296" y="1783080"/>
            <a:ext cx="3456432" cy="43434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03336" y="2130552"/>
            <a:ext cx="713232" cy="713232"/>
          </a:xfrm>
          <a:prstGeom prst="ellipse">
            <a:avLst/>
          </a:prstGeom>
          <a:solidFill>
            <a:srgbClr val="FEF3E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512" y="2301728"/>
            <a:ext cx="370881" cy="37088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03336" y="299008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CostPanel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03336" y="3374136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risk &amp; approved SQL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03336" y="3867912"/>
            <a:ext cx="28620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risk level, estimated cost and rows scanned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SQL in an expandable section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component — useState drives the expand toggle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moves through the app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084832"/>
            <a:ext cx="603504" cy="60350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23570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lib/api.ts — req&lt;T&gt;()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288036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session token from Zustand, sends it as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X-Session-Token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request.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Auto-persists any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session_token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returned in a response back to Zustand.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using the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field from FastAPI error responses.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hooks wrap these calls; running investigations poll every 3 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0F17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084832"/>
            <a:ext cx="603504" cy="60350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235708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Band.ai SSE streaming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AgentRoom opens a raw EventSource to the Band.ai stream at /rooms/{id}/stream — React Query is deliberately not used for the stream.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messages are deduplicated, sorted chronologically, and revealed on a timer.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 closes the run; per-agent cards update from the visible messages.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routes, one Band.ai workspace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66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0704" y="1993392"/>
            <a:ext cx="566928" cy="566928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213512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8366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Dashboard   </a:t>
            </a:r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8308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active &amp; recent investigations, demo databases, how-it-works.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962656"/>
            <a:ext cx="5166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60704" y="3218688"/>
            <a:ext cx="566928" cy="566928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336042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1089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List &amp; launch   </a:t>
            </a:r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/investigations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783080" y="34655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every investigation; submit a new question to start one.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4187952"/>
            <a:ext cx="5166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60704" y="4443984"/>
            <a:ext cx="566928" cy="566928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4585716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342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Investigation detail   </a:t>
            </a:r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/investigations/[id]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83080" y="4690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Band.ai pipeline, live agent cards, board verdict, governance panel, follow-up.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5413248"/>
            <a:ext cx="5166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60704" y="5669280"/>
            <a:ext cx="566928" cy="566928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36" y="581101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55595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Data sources   </a:t>
            </a:r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/data-sources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783080" y="5916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SQLite file or connect an external database; manage sources.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17920" y="1737360"/>
            <a:ext cx="5166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55664" y="1993392"/>
            <a:ext cx="566928" cy="566928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13512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188366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Insights   </a:t>
            </a:r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/insights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17804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findings across completed investigations.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2962656"/>
            <a:ext cx="5166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55664" y="3218688"/>
            <a:ext cx="566928" cy="566928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396" y="3360420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31089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Audit log   </a:t>
            </a:r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/audit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178040" y="34655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event log with filters.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217920" y="4187952"/>
            <a:ext cx="5166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55664" y="4443984"/>
            <a:ext cx="566928" cy="566928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4585716"/>
            <a:ext cx="283464" cy="28346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78040" y="43342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System status   </a:t>
            </a:r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/system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7178040" y="4690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health, LLM config, database stats.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Band.ai with a modern, typed foundation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20025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700" y="2129820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842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16.2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23865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Turbopack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9584" y="17830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49040" y="20025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324" y="2129820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98264" y="19842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398264" y="23865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runtime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6208" y="17830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55664" y="20025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948" y="2129820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04888" y="19842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104888" y="23865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42832" y="17830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62288" y="20025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572" y="2129820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11512" y="19842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4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811512" y="23865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OKLch colour space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22960" y="31546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42416" y="33741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700" y="3501420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33558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12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91640" y="37581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motion/react animations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529584" y="31546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749040" y="33741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6324" y="3501420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398264" y="33558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5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398264" y="37581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state / polling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36208" y="31546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55664" y="33741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948" y="3501420"/>
            <a:ext cx="275783" cy="27578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04888" y="33558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5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7104888" y="37581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state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942832" y="31546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162288" y="33741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9572" y="3501420"/>
            <a:ext cx="275783" cy="27578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811512" y="33558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4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811512" y="37581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primitives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22960" y="45262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1042416" y="47457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9700" y="4873020"/>
            <a:ext cx="275783" cy="27578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691640" y="47274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3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1691640" y="51297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charts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3529584" y="45262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3749040" y="47457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6324" y="4873020"/>
            <a:ext cx="275783" cy="275783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4398264" y="47274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4</a:t>
            </a:r>
            <a:endParaRPr lang="en-US" sz="1400" dirty="0"/>
          </a:p>
        </p:txBody>
      </p:sp>
      <p:sp>
        <p:nvSpPr>
          <p:cNvPr id="53" name="Text 41"/>
          <p:cNvSpPr/>
          <p:nvPr/>
        </p:nvSpPr>
        <p:spPr>
          <a:xfrm>
            <a:off x="4398264" y="51297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PDF export</a:t>
            </a:r>
            <a:endParaRPr lang="en-US" sz="1050" dirty="0"/>
          </a:p>
        </p:txBody>
      </p:sp>
      <p:sp>
        <p:nvSpPr>
          <p:cNvPr id="54" name="Shape 42"/>
          <p:cNvSpPr/>
          <p:nvPr/>
        </p:nvSpPr>
        <p:spPr>
          <a:xfrm>
            <a:off x="6236208" y="45262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6455664" y="47457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2948" y="4873020"/>
            <a:ext cx="275783" cy="275783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7104888" y="47274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r128</a:t>
            </a:r>
            <a:endParaRPr lang="en-US" sz="1400" dirty="0"/>
          </a:p>
        </p:txBody>
      </p:sp>
      <p:sp>
        <p:nvSpPr>
          <p:cNvPr id="58" name="Text 45"/>
          <p:cNvSpPr/>
          <p:nvPr/>
        </p:nvSpPr>
        <p:spPr>
          <a:xfrm>
            <a:off x="7104888" y="51297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3D network</a:t>
            </a:r>
            <a:endParaRPr lang="en-US" sz="1050" dirty="0"/>
          </a:p>
        </p:txBody>
      </p:sp>
      <p:sp>
        <p:nvSpPr>
          <p:cNvPr id="59" name="Shape 46"/>
          <p:cNvSpPr/>
          <p:nvPr/>
        </p:nvSpPr>
        <p:spPr>
          <a:xfrm>
            <a:off x="8942832" y="4526280"/>
            <a:ext cx="25420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47"/>
          <p:cNvSpPr/>
          <p:nvPr/>
        </p:nvSpPr>
        <p:spPr>
          <a:xfrm>
            <a:off x="9162288" y="4745736"/>
            <a:ext cx="530352" cy="530352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9572" y="4873020"/>
            <a:ext cx="275783" cy="275783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9811512" y="47274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400" dirty="0"/>
          </a:p>
        </p:txBody>
      </p:sp>
      <p:sp>
        <p:nvSpPr>
          <p:cNvPr id="63" name="Text 49"/>
          <p:cNvSpPr/>
          <p:nvPr/>
        </p:nvSpPr>
        <p:spPr>
          <a:xfrm>
            <a:off x="9811512" y="512978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system</a:t>
            </a:r>
            <a:endParaRPr lang="en-US" sz="1050" dirty="0"/>
          </a:p>
        </p:txBody>
      </p:sp>
      <p:sp>
        <p:nvSpPr>
          <p:cNvPr id="64" name="Text 50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5" name="Text 51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cover page to workspace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Next.js 16 proxy redirects first-time visitors to an animated Three.js agent-network cover powered by Band.ai before the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45973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50592" y="2423160"/>
            <a:ext cx="548640" cy="54864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7752" y="25603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3154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/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115568" y="3721608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proxy.ts checks the quorum_entered cookie and redirects first-timers to /cover.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91840" y="34290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3547872" y="21488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40480" y="245973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175504" y="2423160"/>
            <a:ext cx="548640" cy="54864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25603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40480" y="3154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3840480" y="3721608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app/cover/route.ts injects Band.ai backend URL, checks health, lets you pick a data source.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016752" y="34290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272784" y="21488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565392" y="245973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3" name="Text 19"/>
          <p:cNvSpPr/>
          <p:nvPr/>
        </p:nvSpPr>
        <p:spPr>
          <a:xfrm>
            <a:off x="6565392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7900416" y="2423160"/>
            <a:ext cx="548640" cy="54864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256032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65392" y="3154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dashboard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6565392" y="3721608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quorum_entered cookie and navigates to / — or straight to an investigation if one was started.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8741664" y="34290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8997696" y="21488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290304" y="245973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1" name="Text 26"/>
          <p:cNvSpPr/>
          <p:nvPr/>
        </p:nvSpPr>
        <p:spPr>
          <a:xfrm>
            <a:off x="9290304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10625328" y="2423160"/>
            <a:ext cx="548640" cy="54864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488" y="256032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90304" y="3154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visits</a:t>
            </a:r>
            <a:endParaRPr lang="en-US" sz="1550" dirty="0"/>
          </a:p>
        </p:txBody>
      </p:sp>
      <p:sp>
        <p:nvSpPr>
          <p:cNvPr id="35" name="Text 29"/>
          <p:cNvSpPr/>
          <p:nvPr/>
        </p:nvSpPr>
        <p:spPr>
          <a:xfrm>
            <a:off x="9290304" y="3721608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present → the cover is skipped and you land on the dashboard directly.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SURFACE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Band.ai gate is visible and auditable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event types that Band.ai emits and the UI renders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84832"/>
          <a:ext cx="54864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3429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plan_review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Guardian critiqued the plan; rounds = re-plans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sql_compliance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didn’t match plan; rounds = SQL revisions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cost_gate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estimate · risk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revision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Post-exec guardian challenged the analyst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approval_required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human sign-off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2084832"/>
            <a:ext cx="54864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084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2084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208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the frontend contract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20840" y="2084832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31152" y="2276856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240487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203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DAG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589520" y="2532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plan_review → sql → cost → compliance → review → report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720840" y="3090672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31152" y="3282696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341071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89520" y="32095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sender role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589520" y="3538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“Plan Guardian” — needs its own avatar / colour in the room feed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20840" y="4096512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31152" y="4288536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441655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0" y="42153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appears twice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589520" y="4544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Sentinel renders for both cost and compliance steps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720840" y="5102352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931152" y="5294376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542239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89520" y="52212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report fields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589520" y="5550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plan_revision_count and sql_revision_count on descriptive runs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97280"/>
            <a:ext cx="3108960" cy="3108960"/>
          </a:xfrm>
          <a:prstGeom prst="ellipse">
            <a:avLst/>
          </a:prstGeom>
          <a:solidFill>
            <a:srgbClr val="13343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937760"/>
            <a:ext cx="2377440" cy="2377440"/>
          </a:xfrm>
          <a:prstGeom prst="ellipse">
            <a:avLst/>
          </a:prstGeom>
          <a:solidFill>
            <a:srgbClr val="13343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Band.ai-powered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analytics.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566928" cy="566928"/>
          </a:xfrm>
          <a:prstGeom prst="ellipse">
            <a:avLst/>
          </a:prstGeom>
          <a:solidFill>
            <a:srgbClr val="1334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375361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35661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 the flow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392277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review, cost and compliance gates — each one visible in the timeline and the audit log.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572000"/>
            <a:ext cx="566928" cy="566928"/>
          </a:xfrm>
          <a:prstGeom prst="ellipse">
            <a:avLst/>
          </a:prstGeom>
          <a:solidFill>
            <a:srgbClr val="1334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47137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5262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by design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45920" y="488289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SSE-streamed agent activity, 3-second polling, and a deduplicated live transcript.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68680" y="5532120"/>
            <a:ext cx="566928" cy="566928"/>
          </a:xfrm>
          <a:prstGeom prst="ellipse">
            <a:avLst/>
          </a:prstGeom>
          <a:solidFill>
            <a:srgbClr val="13343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567385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5486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typed stack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45920" y="584301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Band.ai orchestration engine, Next.js 16, React 19, TanStack Query and Zustand — clean separation of state and data.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BAND.AI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0F172A"/>
                </a:solidFill>
                <a:latin typeface="Cambria"/>
              </a:rPr>
              <a:t>The orchestration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0000"/>
            <a:ext cx="59436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334155"/>
                </a:solidFill>
                <a:latin typeface="Calibri"/>
              </a:rPr>
              <a:t>Band.ai is the multi-agent orchestration engine at the heart of Quorum. It manages agent lifecycles, routes questions through specialised pipelines, enforces governance gates at every step, and streams real-time activity to the frontend via Server-Sent Events. Every investigation — whether a simple descriptive query or a full diagnostic board — is powered by Band.ai’s Supervisor and its chain of specialised agents.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500000"/>
            <a:ext cx="4297680" cy="13500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00000" y="1620000"/>
            <a:ext cx="3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Agent Lifecycle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0000" y="1940000"/>
            <a:ext cx="3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Band.ai spawns, monitors, and retires agents per investigation — each with a single responsibility and a capped retry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980000"/>
            <a:ext cx="4297680" cy="1350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00000" y="3100000"/>
            <a:ext cx="3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Real-time Event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3420000"/>
            <a:ext cx="3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Every agent message is streamed live through Band.ai’s event bus. The UI receives SSE events and builds a live, deduplicated transcript.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4460000"/>
            <a:ext cx="4297680" cy="135000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00000" y="4580000"/>
            <a:ext cx="3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Governed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900000"/>
            <a:ext cx="3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Plan review, cost gates, SQL compliance, and post-execution checks are all enforced by Band.ai before any result reaches the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5940000"/>
            <a:ext cx="4297680" cy="135000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00000" y="6060000"/>
            <a:ext cx="3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Two Topology Modes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0000" y="6380000"/>
            <a:ext cx="3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Descriptive queries run through a linear “governed chain.” Diagnostic questions fork into a parallel “investigation board” with multiple specialist agents.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00000"/>
            <a:ext cx="5600000" cy="30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0000" y="36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BAND.AI AGENT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000" y="390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390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→  orchestrates all agents, owns retry loops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000" y="424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0000" y="424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→  intent → execution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000" y="458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Plan Guardian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458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→  pre-execution plan review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00" y="492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SQL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0000" y="492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→  generate + execute 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000" y="526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Cost Sentinel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0000" y="526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→  cost estimate + compliance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000" y="560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Gov. Guardian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0000" y="560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→  post-execution correctness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00" y="594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Decision Reporter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0000" y="594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→  finding → actionable 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QUORUM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Quorum UI — Technical Overview</dc:title>
  <dc:subject>PptxGenJS Presentation</dc:subject>
  <dc:creator>Quorum</dc:creator>
  <cp:lastModifiedBy>Quorum</cp:lastModifiedBy>
  <cp:revision>1</cp:revision>
  <dcterms:created xsi:type="dcterms:W3CDTF">2026-06-19T13:44:39Z</dcterms:created>
  <dcterms:modified xsi:type="dcterms:W3CDTF">2026-06-19T13:44:39Z</dcterms:modified>
</cp:coreProperties>
</file>